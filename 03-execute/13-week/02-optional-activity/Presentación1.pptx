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79903-F6F7-6731-E150-013E6EE54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1C81BA-7E47-8FB5-F9D9-7DBA1912B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3F02C3-A62F-76B5-FF37-73A7C3AF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D8E1D9-4E56-7C9F-A37E-3CAFCCA4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AC276-8C27-E83A-95A8-3D094D86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20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8E617-1FD1-AE8F-A907-0CFD527B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DF478E-909A-EF8A-1E6D-14D59453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20A65-A6AE-5943-10D8-8F330EA5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C167CA-92AD-2CF8-FE38-CE5DF5CB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ADE3B2-4B2B-DCB9-5A54-9D6FB487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894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A7F21-4B95-250B-9885-9D69188F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8D4B2A-A344-18E6-CD40-818613FA5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F7D45-4D7F-8120-EE58-9F6382E9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5DE878-9DC8-E571-5E73-5FA8B3F9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FD8B9-63BB-90F8-09C7-755F032D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11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58F6E-EB55-2F2E-D860-392A9240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64D52-0640-A850-E02D-CE19B3859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F7CA60-246D-6A26-7964-9A43BAAD7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7D8FEC-2979-20E2-49F3-D9A451B5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6D1753-218A-20DA-A77B-63E01952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A2814-D476-33B5-C350-543E4EEE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032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9ADC0-0821-02B4-4F67-53143C3A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B0E84B-F736-2D21-8A57-D01AFDBE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46BB8E-FA07-6A4A-3686-9ED910475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ECABB6-585E-60A0-1BF6-94E884379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8F5043-6882-A645-83A4-19AC1085F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D9DFC1-F719-EB25-E22B-FCE266D0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E82454-D7A9-FDE8-45EB-DAF6E5D8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9435A4-D4AC-C465-D578-639DD7C3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3983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88421-3E06-AE97-8D8C-EE8762A4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F90750-C049-872D-F4A9-5B062D26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DEE9B3-091D-EB9B-0CC6-F88D97A9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616B3C-236D-FC4D-BA1C-D6DAC160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22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1B45B0-94E2-1480-C68E-F044E81A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368430-A7FB-5C75-A895-57231BC7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5D6583-A507-3178-64C1-7615D7B4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574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82FB4-A812-8A90-5945-206BFD49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95A56E-E7F5-3F54-5C79-ECAE6552D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B5C7C8-8B2D-AB57-B7E6-C775BB813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D0C62-BD74-F26C-52A8-53FA123D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E00C-8A1F-F17A-145C-92D9E57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A15F35-528F-455C-032F-065F93F5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17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1D779-3175-128E-DAB8-04BE7AB8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2D042A-F12F-0715-F7B9-3A8F802C6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D868C9-0836-C388-D96F-6153ABD8F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1BC86E-F130-A2CA-1EFA-5B8FFB70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6FC761-AF44-048A-4F52-DB35E2C3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F56D3A-C27C-6E24-C58A-44724DA1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213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CFB9-5B94-CA59-3BED-3C5F0EE0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0ABE6-7CA1-9C3D-8050-4A68DD0B7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8CFBDF-A540-0819-A71F-66064281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0CCFF2-CC38-AF50-5C9C-2A361696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5DF354-5952-9DE6-B8EA-A243699E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62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696432-C80C-5532-483D-5BE36C960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B8631-43A5-65FB-D399-F75DE429E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EF812-E93B-A386-786C-6DF5CE4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13FDD3-4CA5-480E-3A8A-3829DAB5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7C4C7-9F96-AFAC-EB22-D0E01EA8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69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C98CA9-FF98-81BF-84A7-85C1BFE0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36103A-1643-9570-A456-C388F34C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83464-81A2-7294-B364-E9F350C7F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889143-865B-C615-F196-D66A79A48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13B87-2DB1-2ED3-805D-BA85BA98C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88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AE87CC-4995-B4A5-FF7F-C5282C03D8CE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AA5B5E6-D718-A563-01C8-EE625C6DFD27}"/>
              </a:ext>
            </a:extLst>
          </p:cNvPr>
          <p:cNvSpPr/>
          <p:nvPr/>
        </p:nvSpPr>
        <p:spPr>
          <a:xfrm>
            <a:off x="0" y="0"/>
            <a:ext cx="17348200" cy="889000"/>
          </a:xfrm>
          <a:prstGeom prst="rect">
            <a:avLst/>
          </a:prstGeom>
          <a:solidFill>
            <a:srgbClr val="008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FB0CF8-D14F-E4EC-C941-DD5028495567}"/>
              </a:ext>
            </a:extLst>
          </p:cNvPr>
          <p:cNvSpPr txBox="1"/>
          <p:nvPr/>
        </p:nvSpPr>
        <p:spPr>
          <a:xfrm>
            <a:off x="381000" y="228600"/>
            <a:ext cx="190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FFFFFF"/>
                </a:solidFill>
              </a:rPr>
              <a:t>SENA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176EED-F93C-295C-D5E3-4AB990895168}"/>
              </a:ext>
            </a:extLst>
          </p:cNvPr>
          <p:cNvSpPr txBox="1"/>
          <p:nvPr/>
        </p:nvSpPr>
        <p:spPr>
          <a:xfrm>
            <a:off x="2794000" y="228600"/>
            <a:ext cx="635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600" b="1">
                <a:solidFill>
                  <a:srgbClr val="FFFFFF"/>
                </a:solidFill>
              </a:rPr>
              <a:t>PRJ-SENA-SCHEDULE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DF10C4-0C45-87D2-BC91-A1E1DB2C7706}"/>
              </a:ext>
            </a:extLst>
          </p:cNvPr>
          <p:cNvSpPr txBox="1"/>
          <p:nvPr/>
        </p:nvSpPr>
        <p:spPr>
          <a:xfrm>
            <a:off x="13716000" y="254000"/>
            <a:ext cx="317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FFFFFF"/>
                </a:solidFill>
              </a:rPr>
              <a:t>Coordinador Académico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07F92C-7E91-A85B-058D-29301A3FF693}"/>
              </a:ext>
            </a:extLst>
          </p:cNvPr>
          <p:cNvSpPr/>
          <p:nvPr/>
        </p:nvSpPr>
        <p:spPr>
          <a:xfrm>
            <a:off x="0" y="889000"/>
            <a:ext cx="2794000" cy="8864600"/>
          </a:xfrm>
          <a:prstGeom prst="rect">
            <a:avLst/>
          </a:prstGeom>
          <a:solidFill>
            <a:srgbClr val="2125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3E6D09-6601-05DE-087F-8EF95EB0EF49}"/>
              </a:ext>
            </a:extLst>
          </p:cNvPr>
          <p:cNvSpPr txBox="1"/>
          <p:nvPr/>
        </p:nvSpPr>
        <p:spPr>
          <a:xfrm>
            <a:off x="444500" y="13970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 dirty="0">
                <a:solidFill>
                  <a:srgbClr val="FFFFFF"/>
                </a:solidFill>
              </a:rPr>
              <a:t>Inicio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C877199-C412-DDD8-3BB4-306B6C1AB643}"/>
              </a:ext>
            </a:extLst>
          </p:cNvPr>
          <p:cNvSpPr txBox="1"/>
          <p:nvPr/>
        </p:nvSpPr>
        <p:spPr>
          <a:xfrm>
            <a:off x="444500" y="2222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Horarios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EB8F39-0E4B-467F-C334-7FC2543CCAC5}"/>
              </a:ext>
            </a:extLst>
          </p:cNvPr>
          <p:cNvSpPr txBox="1"/>
          <p:nvPr/>
        </p:nvSpPr>
        <p:spPr>
          <a:xfrm>
            <a:off x="444500" y="30480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Ambientes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5942DC-8B95-EFAD-8F7F-FD3D88B66F22}"/>
              </a:ext>
            </a:extLst>
          </p:cNvPr>
          <p:cNvSpPr txBox="1"/>
          <p:nvPr/>
        </p:nvSpPr>
        <p:spPr>
          <a:xfrm>
            <a:off x="444500" y="3873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Instructores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3FEF213-9DF4-14AD-32D8-42126120DC3B}"/>
              </a:ext>
            </a:extLst>
          </p:cNvPr>
          <p:cNvSpPr txBox="1"/>
          <p:nvPr/>
        </p:nvSpPr>
        <p:spPr>
          <a:xfrm>
            <a:off x="444500" y="46990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Fichas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B75120-9E18-3908-845E-9F9E6AE168B6}"/>
              </a:ext>
            </a:extLst>
          </p:cNvPr>
          <p:cNvSpPr txBox="1"/>
          <p:nvPr/>
        </p:nvSpPr>
        <p:spPr>
          <a:xfrm>
            <a:off x="444500" y="5524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Reportes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BDC889E-68A9-C062-33CE-09A94681BBD1}"/>
              </a:ext>
            </a:extLst>
          </p:cNvPr>
          <p:cNvSpPr txBox="1"/>
          <p:nvPr/>
        </p:nvSpPr>
        <p:spPr>
          <a:xfrm>
            <a:off x="444500" y="63500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Historial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AE505AB-4114-D37A-9B9C-EF05F5F73D02}"/>
              </a:ext>
            </a:extLst>
          </p:cNvPr>
          <p:cNvSpPr txBox="1"/>
          <p:nvPr/>
        </p:nvSpPr>
        <p:spPr>
          <a:xfrm>
            <a:off x="444500" y="7175500"/>
            <a:ext cx="228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000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25C1EF6-D9EE-EF01-F1A5-0BB33732E392}"/>
              </a:ext>
            </a:extLst>
          </p:cNvPr>
          <p:cNvSpPr/>
          <p:nvPr/>
        </p:nvSpPr>
        <p:spPr>
          <a:xfrm>
            <a:off x="3302000" y="1270000"/>
            <a:ext cx="2794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E0EF873-9298-F778-71DE-C9BF12206BDB}"/>
              </a:ext>
            </a:extLst>
          </p:cNvPr>
          <p:cNvSpPr/>
          <p:nvPr/>
        </p:nvSpPr>
        <p:spPr>
          <a:xfrm>
            <a:off x="6477000" y="1270000"/>
            <a:ext cx="2794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2C188F7-0B76-E036-6AC1-C547170A2810}"/>
              </a:ext>
            </a:extLst>
          </p:cNvPr>
          <p:cNvSpPr/>
          <p:nvPr/>
        </p:nvSpPr>
        <p:spPr>
          <a:xfrm>
            <a:off x="9652000" y="1270000"/>
            <a:ext cx="2794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A2E0068-9498-80A5-CBDA-12C229893880}"/>
              </a:ext>
            </a:extLst>
          </p:cNvPr>
          <p:cNvSpPr/>
          <p:nvPr/>
        </p:nvSpPr>
        <p:spPr>
          <a:xfrm>
            <a:off x="12827000" y="1270000"/>
            <a:ext cx="2794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746A82F-FAF0-E058-C41E-73019B4F3829}"/>
              </a:ext>
            </a:extLst>
          </p:cNvPr>
          <p:cNvSpPr txBox="1"/>
          <p:nvPr/>
        </p:nvSpPr>
        <p:spPr>
          <a:xfrm>
            <a:off x="3556000" y="1524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/>
              <a:t>Horarios Activos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D0CB310-DDE4-5FF8-679A-AC6CE0593B6E}"/>
              </a:ext>
            </a:extLst>
          </p:cNvPr>
          <p:cNvSpPr txBox="1"/>
          <p:nvPr/>
        </p:nvSpPr>
        <p:spPr>
          <a:xfrm>
            <a:off x="3556000" y="1905000"/>
            <a:ext cx="127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008048"/>
                </a:solidFill>
              </a:rPr>
              <a:t>28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7088BF9-B22E-8AC2-D504-4E0483564DC6}"/>
              </a:ext>
            </a:extLst>
          </p:cNvPr>
          <p:cNvSpPr txBox="1"/>
          <p:nvPr/>
        </p:nvSpPr>
        <p:spPr>
          <a:xfrm>
            <a:off x="6731000" y="1524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/>
              <a:t>Ambientes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78EFEF5-DCC5-A1DF-4A08-D3F20515C4EE}"/>
              </a:ext>
            </a:extLst>
          </p:cNvPr>
          <p:cNvSpPr txBox="1"/>
          <p:nvPr/>
        </p:nvSpPr>
        <p:spPr>
          <a:xfrm>
            <a:off x="6731000" y="1905000"/>
            <a:ext cx="127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008048"/>
                </a:solidFill>
              </a:rPr>
              <a:t>14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B6ABF86-66D2-4B8A-7B29-7E7DEBA27DA7}"/>
              </a:ext>
            </a:extLst>
          </p:cNvPr>
          <p:cNvSpPr txBox="1"/>
          <p:nvPr/>
        </p:nvSpPr>
        <p:spPr>
          <a:xfrm>
            <a:off x="9906000" y="1524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/>
              <a:t>Instructores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2148637-A914-E603-5E45-C705A3C7B7B7}"/>
              </a:ext>
            </a:extLst>
          </p:cNvPr>
          <p:cNvSpPr txBox="1"/>
          <p:nvPr/>
        </p:nvSpPr>
        <p:spPr>
          <a:xfrm>
            <a:off x="9906000" y="1905000"/>
            <a:ext cx="127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008048"/>
                </a:solidFill>
              </a:rPr>
              <a:t>9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0CE04B-29EB-12EA-D472-E142E7F82DBC}"/>
              </a:ext>
            </a:extLst>
          </p:cNvPr>
          <p:cNvSpPr txBox="1"/>
          <p:nvPr/>
        </p:nvSpPr>
        <p:spPr>
          <a:xfrm>
            <a:off x="13081000" y="1524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/>
              <a:t>Conflictos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8A34CE3-C550-9551-CBD6-619BAE1B00CC}"/>
              </a:ext>
            </a:extLst>
          </p:cNvPr>
          <p:cNvSpPr txBox="1"/>
          <p:nvPr/>
        </p:nvSpPr>
        <p:spPr>
          <a:xfrm>
            <a:off x="13081000" y="1905000"/>
            <a:ext cx="127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008048"/>
                </a:solidFill>
              </a:rPr>
              <a:t>2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E9B5CEA-9F3A-4547-A8C8-F840C528A57D}"/>
              </a:ext>
            </a:extLst>
          </p:cNvPr>
          <p:cNvSpPr/>
          <p:nvPr/>
        </p:nvSpPr>
        <p:spPr>
          <a:xfrm>
            <a:off x="3175000" y="3048000"/>
            <a:ext cx="10160000" cy="533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B57B5CE-D4DF-0B3B-744B-709A465EABC0}"/>
              </a:ext>
            </a:extLst>
          </p:cNvPr>
          <p:cNvSpPr txBox="1"/>
          <p:nvPr/>
        </p:nvSpPr>
        <p:spPr>
          <a:xfrm>
            <a:off x="3556000" y="3238500"/>
            <a:ext cx="381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400" b="1"/>
              <a:t>Horario Semanal</a:t>
            </a:r>
          </a:p>
        </p:txBody>
      </p:sp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A9833381-1939-437A-900E-EBD976E8D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253946"/>
              </p:ext>
            </p:extLst>
          </p:nvPr>
        </p:nvGraphicFramePr>
        <p:xfrm>
          <a:off x="3556000" y="3937000"/>
          <a:ext cx="914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2219536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581456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8495457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80271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493939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0408691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Hora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Lunes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Martes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Miércoles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Jueves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rgbClr val="FFFFFF"/>
                          </a:solidFill>
                        </a:rPr>
                        <a:t>Viernes</a:t>
                      </a:r>
                    </a:p>
                  </a:txBody>
                  <a:tcPr>
                    <a:solidFill>
                      <a:srgbClr val="008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4470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O"/>
                        <a:t>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ADSO 3413974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React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0085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O"/>
                        <a:t>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5198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O"/>
                        <a:t>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Scrum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Diseño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/>
                        <a:t>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35737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01413"/>
                  </a:ext>
                </a:extLst>
              </a:tr>
            </a:tbl>
          </a:graphicData>
        </a:graphic>
      </p:graphicFrame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8F641C2-735B-F9A7-6EC4-54FAA02538FC}"/>
              </a:ext>
            </a:extLst>
          </p:cNvPr>
          <p:cNvSpPr/>
          <p:nvPr/>
        </p:nvSpPr>
        <p:spPr>
          <a:xfrm>
            <a:off x="13716000" y="3048000"/>
            <a:ext cx="3048000" cy="533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929281C-834D-843B-2627-A4D2E0386E52}"/>
              </a:ext>
            </a:extLst>
          </p:cNvPr>
          <p:cNvSpPr txBox="1"/>
          <p:nvPr/>
        </p:nvSpPr>
        <p:spPr>
          <a:xfrm>
            <a:off x="14097000" y="3302000"/>
            <a:ext cx="228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200" b="1"/>
              <a:t>Alertas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4D09D32-09F4-6D56-89A2-F2BA6FEEB164}"/>
              </a:ext>
            </a:extLst>
          </p:cNvPr>
          <p:cNvSpPr txBox="1"/>
          <p:nvPr/>
        </p:nvSpPr>
        <p:spPr>
          <a:xfrm>
            <a:off x="13970000" y="4064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/>
              <a:t>? Cruce de horario detectado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153E2CA-DD8D-7348-9274-35B6D7B3B658}"/>
              </a:ext>
            </a:extLst>
          </p:cNvPr>
          <p:cNvSpPr txBox="1"/>
          <p:nvPr/>
        </p:nvSpPr>
        <p:spPr>
          <a:xfrm>
            <a:off x="13970000" y="4953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/>
              <a:t>? Instructor duplicado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945A964-F5F0-8F5B-7A6D-6807E2B273E1}"/>
              </a:ext>
            </a:extLst>
          </p:cNvPr>
          <p:cNvSpPr txBox="1"/>
          <p:nvPr/>
        </p:nvSpPr>
        <p:spPr>
          <a:xfrm>
            <a:off x="13970000" y="5842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/>
              <a:t>? Ambiente actualizado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60300F4-2FA4-3368-8924-F46A66AE56DB}"/>
              </a:ext>
            </a:extLst>
          </p:cNvPr>
          <p:cNvSpPr txBox="1"/>
          <p:nvPr/>
        </p:nvSpPr>
        <p:spPr>
          <a:xfrm>
            <a:off x="13970000" y="673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/>
              <a:t>? Sistema sincronizado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8A5C1E9E-D093-C986-D5B7-2ED7529D50E8}"/>
              </a:ext>
            </a:extLst>
          </p:cNvPr>
          <p:cNvSpPr/>
          <p:nvPr/>
        </p:nvSpPr>
        <p:spPr>
          <a:xfrm>
            <a:off x="3556000" y="8763000"/>
            <a:ext cx="2032000" cy="571500"/>
          </a:xfrm>
          <a:prstGeom prst="roundRect">
            <a:avLst/>
          </a:prstGeom>
          <a:solidFill>
            <a:srgbClr val="008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A50E3D0-1391-6FAD-6E94-08F1C0EE002C}"/>
              </a:ext>
            </a:extLst>
          </p:cNvPr>
          <p:cNvSpPr txBox="1"/>
          <p:nvPr/>
        </p:nvSpPr>
        <p:spPr>
          <a:xfrm>
            <a:off x="3746500" y="8890000"/>
            <a:ext cx="177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FFFFFF"/>
                </a:solidFill>
              </a:rPr>
              <a:t>Crear Horario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F702654C-51ED-CE6E-BB63-A4078BFCBAED}"/>
              </a:ext>
            </a:extLst>
          </p:cNvPr>
          <p:cNvSpPr/>
          <p:nvPr/>
        </p:nvSpPr>
        <p:spPr>
          <a:xfrm>
            <a:off x="5969000" y="8763000"/>
            <a:ext cx="2032000" cy="571500"/>
          </a:xfrm>
          <a:prstGeom prst="roundRect">
            <a:avLst/>
          </a:prstGeom>
          <a:solidFill>
            <a:srgbClr val="008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5616709-0620-30DE-DCCA-99AF0A77F191}"/>
              </a:ext>
            </a:extLst>
          </p:cNvPr>
          <p:cNvSpPr txBox="1"/>
          <p:nvPr/>
        </p:nvSpPr>
        <p:spPr>
          <a:xfrm>
            <a:off x="6159500" y="8890000"/>
            <a:ext cx="177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FFFFFF"/>
                </a:solidFill>
              </a:rPr>
              <a:t>Nuevo Instructor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820E3741-7D72-C2FE-03DF-DBAAA57DB3F7}"/>
              </a:ext>
            </a:extLst>
          </p:cNvPr>
          <p:cNvSpPr/>
          <p:nvPr/>
        </p:nvSpPr>
        <p:spPr>
          <a:xfrm>
            <a:off x="8382000" y="8763000"/>
            <a:ext cx="2032000" cy="571500"/>
          </a:xfrm>
          <a:prstGeom prst="roundRect">
            <a:avLst/>
          </a:prstGeom>
          <a:solidFill>
            <a:srgbClr val="008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9AEE148-5320-A7F4-B969-309BEF272544}"/>
              </a:ext>
            </a:extLst>
          </p:cNvPr>
          <p:cNvSpPr txBox="1"/>
          <p:nvPr/>
        </p:nvSpPr>
        <p:spPr>
          <a:xfrm>
            <a:off x="8572500" y="8890000"/>
            <a:ext cx="177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FFFFFF"/>
                </a:solidFill>
              </a:rPr>
              <a:t>Registrar Ambiente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83AD1C70-8BAD-2BE2-4243-ECAC8EAF8575}"/>
              </a:ext>
            </a:extLst>
          </p:cNvPr>
          <p:cNvSpPr/>
          <p:nvPr/>
        </p:nvSpPr>
        <p:spPr>
          <a:xfrm>
            <a:off x="10795000" y="8763000"/>
            <a:ext cx="2032000" cy="571500"/>
          </a:xfrm>
          <a:prstGeom prst="roundRect">
            <a:avLst/>
          </a:prstGeom>
          <a:solidFill>
            <a:srgbClr val="008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D4708F1-68EB-8C51-EFC9-1FFE47AABE6B}"/>
              </a:ext>
            </a:extLst>
          </p:cNvPr>
          <p:cNvSpPr txBox="1"/>
          <p:nvPr/>
        </p:nvSpPr>
        <p:spPr>
          <a:xfrm>
            <a:off x="10985500" y="8890000"/>
            <a:ext cx="177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FFFFFF"/>
                </a:solidFill>
              </a:rPr>
              <a:t>Exportar PDF</a:t>
            </a:r>
          </a:p>
        </p:txBody>
      </p:sp>
    </p:spTree>
    <p:extLst>
      <p:ext uri="{BB962C8B-B14F-4D97-AF65-F5344CB8AC3E}">
        <p14:creationId xmlns:p14="http://schemas.microsoft.com/office/powerpoint/2010/main" val="60165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101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</Words>
  <Application>Microsoft Office PowerPoint</Application>
  <PresentationFormat>Panorámica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Julián Fierro</dc:creator>
  <cp:lastModifiedBy>Julián Fierro</cp:lastModifiedBy>
  <cp:revision>2</cp:revision>
  <dcterms:created xsi:type="dcterms:W3CDTF">2026-05-23T15:39:35Z</dcterms:created>
  <dcterms:modified xsi:type="dcterms:W3CDTF">2026-05-23T15:47:58Z</dcterms:modified>
</cp:coreProperties>
</file>